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Programme update</a:t>
            </a:r>
          </a:p>
        </p:txBody>
      </p:sp>
      <p:pic>
        <p:nvPicPr>
          <p:cNvPr id="3" name="Picture 3" descr="Line chart. Uptake rises each quarter from 40 to 62 percent."/>
          <p:cNvPicPr/>
          <p:nvPr/>
        </p:nvPicPr>
        <p:blipFill/>
        <p:spPr/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Next steps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Programme update</dc:title>
  <dc:creator>Fixture</dc:creator>
  <dc:language/>
</cp:coreProperties>
</file>