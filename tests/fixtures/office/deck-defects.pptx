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t>Programme update</a:t>
            </a:r>
          </a:p>
        </p:txBody>
      </p:sp>
      <p:pic>
        <p:nvPicPr>
          <p:cNvPr id="3" name="Picture 3"/>
          <p:cNvPicPr/>
          <p:nvPr/>
        </p:nvPicPr>
        <p:blipFill/>
        <p:spPr/>
      </p:pic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400000" y="400000"/>
            <a:ext cx="3000000" cy="800000"/>
          </a:xfrm>
        </p:spPr>
        <p:txBody>
          <a:bodyPr/>
          <a:p>
            <a:r>
              <a:t>Uptake by quarter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0000" y="3000000"/>
            <a:ext cx="3000000" cy="800000"/>
          </a:xfrm>
        </p:spPr>
        <p:txBody>
          <a:bodyPr/>
          <a:p>
            <a:r>
              <a:t>Source: internal data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t>Programme update</a:t>
            </a:r>
          </a:p>
        </p:txBody>
      </p:sp>
      <p:pic>
        <p:nvPicPr>
          <p:cNvPr id="6" name="Picture 6" descr="chart.png"/>
          <p:cNvPicPr/>
          <p:nvPr/>
        </p:nvPicPr>
        <p:blipFill/>
        <p:spPr/>
      </p:pic>
    </p:spTree>
  </p:cSld>
</p:sld>
</file>

<file path=docProps/core.xml><?xml version="1.0" encoding="utf-8"?>
<cp:coreProperties xmlns:cp="http://schemas.openxmlformats.org/package/2006/metadata/core-properties" xmlns:dc="http://purl.org/dc/elements/1.1/">
  <dc:title/>
  <dc:creator>Fixture</dc:creator>
  <dc:language/>
</cp:coreProperties>
</file>